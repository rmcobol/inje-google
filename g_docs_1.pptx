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D1173-79AB-43E0-A90F-FE910B8B7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7FBFCE-8310-421D-8DD4-C4C692F4B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198C0-AA1F-4FDE-A7DA-BD1CD47B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9E21BC-9C56-45E6-A49E-A7860CAC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0293C1-E940-45D7-B81B-B97F7301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56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FE00-BC08-4E2D-8452-63133CB19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00AAB7-F2DF-4365-A3ED-91288A140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40321-6A8E-4377-AD8B-F116B473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40E1FC-2AF6-4EA8-A702-8622E9F0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8BA0FB-3A1C-4ECA-A763-EA83BB4B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23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372A1-A948-4093-86C9-ABE052F15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596639-FAB7-441B-86E9-2317397EA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4381B-F196-4072-A622-F79D26B9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B3A160-37F3-416E-89A8-0A7AC0B8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B43C6E-9410-494A-B6EF-437D7F72E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D64EB-942A-4F54-8B0B-217A4A290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0B8EC-4683-4B15-B604-3EC9F9A49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95E8F4-3A93-4BEC-80CB-1ED67A95C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41C0CE-56BA-4ACF-9480-2D705A179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B5272D-FA4A-4D7D-AB9B-8FEE65D1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9F6680-DB6B-4521-90AB-5C14A990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26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B372F-E2B3-478A-BAE7-07AD3CE7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807AF5-03CF-4A52-A3CA-181FEC6A8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19883F-F6AC-4AB7-8821-E6F0E255A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45D766-6C00-470F-9F65-892443280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C92B51-359D-4BE1-B3D7-0EEC4CB57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181C64-E9FC-4375-B8CC-65F6E9F1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149263-CDE0-4613-83E0-E28ED23CB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5A823D-3F23-4946-B414-3C40E465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78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11FEA-6188-4198-82E0-D69322D6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28CF35-E38C-4761-93F2-9B5DDDA9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A1CB6D-D39A-46D4-9F3A-6F8D00E7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A5722B-8885-4E7F-A6FB-08E44C09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99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FE397F-19F2-4CB8-BFAC-9D034849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688CC1-CD69-414A-9BBB-C8D80194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B2756-71B3-47E0-97D6-3677CCD1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82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B8C32-7641-4E74-9D4F-C8E248B7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FF0A91-A57C-4A54-9187-5227A0E9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D1FF09-6A91-408F-BF08-507062736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949BDC-00AA-494A-916E-D2FAB930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87DA70-E880-432D-8662-FA8FC5DE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66E092-7C9E-40EA-8FF3-893CCF18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891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13EB7-5F5A-4A8A-B8B9-0AEC72DBE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485EFD-EAA1-45DE-AEF9-F458C54AB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7E14A9-6E14-4470-8BEF-64C2B5AF0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81DB4B-C6A5-436E-B2BB-256E6313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213110-015B-4E66-A491-839F6531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29ADD6-6979-4CFE-ACEE-2D87B181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31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2020F-D664-4076-8831-7CE152D7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31DF87-5FC2-47DA-8A56-73D701E5E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C471D6-349A-4FA6-9AD1-C83FB4AE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0C484C-D51E-42F8-9247-7C1E1BCA5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1459F-4FBD-47A3-8FFA-4CDC5F67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5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6F2AAF-C55E-4562-AB74-34B735639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B5637B-2FB8-4B1C-9DCD-8B8171D0D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1AA18-1BA8-4025-ADDA-6830E1E8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CF9FFD-DB7C-4F2A-B2BE-A4241DAF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0163D5-F0AB-4653-9BB4-006BEF32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9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0D29EA-5AA8-42B6-8031-6936B73F3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6EFC86-9E02-4D99-955F-5C840173E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6F756-E18F-4CE1-BD1A-FE33F38C1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A8D8B-12F3-4A4F-AF51-03989D466D27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D32D93-6B60-4DDA-BC56-BFCF96C49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43F47-A0E0-43F5-9F21-5E2E14386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261AE-7520-4E16-A8FE-623023FCE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47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CABCBDD-5D5B-4C1D-B1CE-BD776A984A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46"/>
          <a:stretch/>
        </p:blipFill>
        <p:spPr>
          <a:xfrm>
            <a:off x="1786580" y="1837022"/>
            <a:ext cx="8845562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68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9E6D66-DCFA-4C1F-BF43-481237162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408675"/>
            <a:ext cx="11460174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0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C3B7B6-A90C-4696-B549-91F9208C0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7" y="311665"/>
            <a:ext cx="11843303" cy="62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8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D893D4-D08F-4E53-92CD-0D885BE4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6" y="340660"/>
            <a:ext cx="11269648" cy="62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04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22DFCE-B6F4-4FF8-AD50-2522CF567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43" y="536906"/>
            <a:ext cx="11655684" cy="61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9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9DCF99-1187-457E-A49B-7BA2FB3A7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07" y="309636"/>
            <a:ext cx="11787169" cy="623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3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80ACC13-DAA0-4200-A8B3-13F58E5C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63" y="286870"/>
            <a:ext cx="11842510" cy="644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87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B14275-8671-4519-8F37-F1DFC632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16" y="304800"/>
            <a:ext cx="11554231" cy="604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02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승태 이</dc:creator>
  <cp:lastModifiedBy>승태 이</cp:lastModifiedBy>
  <cp:revision>1</cp:revision>
  <dcterms:created xsi:type="dcterms:W3CDTF">2026-03-16T14:40:35Z</dcterms:created>
  <dcterms:modified xsi:type="dcterms:W3CDTF">2026-03-16T14:40:57Z</dcterms:modified>
</cp:coreProperties>
</file>